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73" r:id="rId2"/>
  </p:sldIdLst>
  <p:sldSz cx="5327650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16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48" autoAdjust="0"/>
    <p:restoredTop sz="97419" autoAdjust="0"/>
  </p:normalViewPr>
  <p:slideViewPr>
    <p:cSldViewPr snapToGrid="0" showGuides="1">
      <p:cViewPr varScale="1">
        <p:scale>
          <a:sx n="88" d="100"/>
          <a:sy n="88" d="100"/>
        </p:scale>
        <p:origin x="1092" y="90"/>
      </p:cViewPr>
      <p:guideLst>
        <p:guide orient="horz" pos="2381"/>
        <p:guide pos="1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D1018EA-F8A1-538A-D297-525A266D6D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8FD593-29C8-3083-B368-F176C3824F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9570EB-FCE3-4DCF-A817-BD3C96734D1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56F4AB5-659C-CFDC-2261-DF0111F6D4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ja-JP" altLang="en-US"/>
              <a:t>東京反訳</a:t>
            </a:r>
            <a:r>
              <a:rPr kumimoji="1" lang="en-US" altLang="ja-JP"/>
              <a:t>PDF</a:t>
            </a:r>
            <a:r>
              <a:rPr kumimoji="1" lang="ja-JP" altLang="en-US"/>
              <a:t>化作業ワーカーマニュアル第</a:t>
            </a:r>
            <a:r>
              <a:rPr kumimoji="1" lang="en-US" altLang="ja-JP"/>
              <a:t>1</a:t>
            </a:r>
            <a:r>
              <a:rPr kumimoji="1" lang="ja-JP" altLang="en-US"/>
              <a:t>版</a:t>
            </a:r>
            <a:r>
              <a:rPr kumimoji="1" lang="en-US" altLang="ja-JP"/>
              <a:t>【</a:t>
            </a:r>
            <a:r>
              <a:rPr kumimoji="1" lang="ja-JP" altLang="en-US"/>
              <a:t>関係者以外取扱禁止</a:t>
            </a:r>
            <a:r>
              <a:rPr kumimoji="1" lang="en-US" altLang="ja-JP"/>
              <a:t>】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6EC5A2-3113-A5FC-088A-1BF7E094B2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1D208-BA36-4E64-A3EC-C83068C5EB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85565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165E9-C815-4107-A7AC-5748910054DB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41563" y="1143000"/>
            <a:ext cx="2174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ja-JP" altLang="en-US"/>
              <a:t>東京反訳</a:t>
            </a:r>
            <a:r>
              <a:rPr kumimoji="1" lang="en-US" altLang="ja-JP"/>
              <a:t>PDF</a:t>
            </a:r>
            <a:r>
              <a:rPr kumimoji="1" lang="ja-JP" altLang="en-US"/>
              <a:t>化作業ワーカーマニュアル第</a:t>
            </a:r>
            <a:r>
              <a:rPr kumimoji="1" lang="en-US" altLang="ja-JP"/>
              <a:t>1</a:t>
            </a:r>
            <a:r>
              <a:rPr kumimoji="1" lang="ja-JP" altLang="en-US"/>
              <a:t>版</a:t>
            </a:r>
            <a:r>
              <a:rPr kumimoji="1" lang="en-US" altLang="ja-JP"/>
              <a:t>【</a:t>
            </a:r>
            <a:r>
              <a:rPr kumimoji="1" lang="ja-JP" altLang="en-US"/>
              <a:t>関係者以外取扱禁止</a:t>
            </a:r>
            <a:r>
              <a:rPr kumimoji="1" lang="en-US" altLang="ja-JP"/>
              <a:t>】</a:t>
            </a:r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A79A7-E104-473D-9057-4789BBBE6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47773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276" y="358775"/>
            <a:ext cx="4595098" cy="6842125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3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 userDrawn="1">
          <p15:clr>
            <a:srgbClr val="FBAE40"/>
          </p15:clr>
        </p15:guide>
        <p15:guide id="2" pos="1678" userDrawn="1">
          <p15:clr>
            <a:srgbClr val="FBAE40"/>
          </p15:clr>
        </p15:guide>
        <p15:guide id="3" pos="227" userDrawn="1">
          <p15:clr>
            <a:srgbClr val="FBAE40"/>
          </p15:clr>
        </p15:guide>
        <p15:guide id="4" pos="3130" userDrawn="1">
          <p15:clr>
            <a:srgbClr val="FBAE40"/>
          </p15:clr>
        </p15:guide>
        <p15:guide id="5" orient="horz" pos="226" userDrawn="1">
          <p15:clr>
            <a:srgbClr val="FBAE40"/>
          </p15:clr>
        </p15:guide>
        <p15:guide id="6" orient="horz" pos="45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276" y="402484"/>
            <a:ext cx="4595098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276" y="2012414"/>
            <a:ext cx="4595098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74AE429-F6C6-4F0C-86EE-448669562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7339888"/>
            <a:ext cx="1730141" cy="219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ja-JP" altLang="en-US" dirty="0"/>
              <a:t>東京反訳</a:t>
            </a:r>
            <a:r>
              <a:rPr kumimoji="1" lang="en-US" altLang="ja-JP" dirty="0"/>
              <a:t>PDF</a:t>
            </a:r>
            <a:r>
              <a:rPr kumimoji="1" lang="ja-JP" altLang="en-US" dirty="0"/>
              <a:t>化作業ワーカーマニュアル第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版</a:t>
            </a:r>
            <a:endParaRPr kumimoji="1" lang="en-US" altLang="ja-JP" dirty="0"/>
          </a:p>
          <a:p>
            <a:r>
              <a:rPr kumimoji="1" lang="en-US" altLang="ja-JP" dirty="0"/>
              <a:t>【</a:t>
            </a:r>
            <a:r>
              <a:rPr kumimoji="1" lang="ja-JP" altLang="en-US" dirty="0"/>
              <a:t>関係者以外取扱禁止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0105B0-09CE-A559-FB60-9716DB8A3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762375" y="7007225"/>
            <a:ext cx="1198563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895E4-A2A2-426F-81ED-4C0842AE5B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dt="0"/>
  <p:txStyles>
    <p:titleStyle>
      <a:lvl1pPr algn="l" defTabSz="532729" rtl="0" eaLnBrk="1" latinLnBrk="0" hangingPunct="1">
        <a:lnSpc>
          <a:spcPct val="90000"/>
        </a:lnSpc>
        <a:spcBef>
          <a:spcPct val="0"/>
        </a:spcBef>
        <a:buNone/>
        <a:defRPr kumimoji="1" sz="25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182" indent="-133182" algn="l" defTabSz="532729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kumimoji="1"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39954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kumimoji="1" sz="1398" kern="1200">
          <a:solidFill>
            <a:schemeClr val="tx1"/>
          </a:solidFill>
          <a:latin typeface="+mn-lt"/>
          <a:ea typeface="+mn-ea"/>
          <a:cs typeface="+mn-cs"/>
        </a:defRPr>
      </a:lvl2pPr>
      <a:lvl3pPr marL="665912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kumimoji="1" sz="1165" kern="1200">
          <a:solidFill>
            <a:schemeClr val="tx1"/>
          </a:solidFill>
          <a:latin typeface="+mn-lt"/>
          <a:ea typeface="+mn-ea"/>
          <a:cs typeface="+mn-cs"/>
        </a:defRPr>
      </a:lvl3pPr>
      <a:lvl4pPr marL="932277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864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5006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1371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7735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4100" indent="-133182" algn="l" defTabSz="532729" rtl="0" eaLnBrk="1" latinLnBrk="0" hangingPunct="1">
        <a:lnSpc>
          <a:spcPct val="90000"/>
        </a:lnSpc>
        <a:spcBef>
          <a:spcPts val="291"/>
        </a:spcBef>
        <a:buFont typeface="Arial" panose="020B0604020202020204" pitchFamily="34" charset="0"/>
        <a:buChar char="•"/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365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2729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094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5459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1824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8188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4553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0918" algn="l" defTabSz="532729" rtl="0" eaLnBrk="1" latinLnBrk="0" hangingPunct="1">
        <a:defRPr kumimoji="1"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16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7F5927-536C-68BD-23D8-CBA990AB86DD}"/>
              </a:ext>
            </a:extLst>
          </p:cNvPr>
          <p:cNvSpPr txBox="1"/>
          <p:nvPr/>
        </p:nvSpPr>
        <p:spPr>
          <a:xfrm>
            <a:off x="707571" y="81642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図</a:t>
            </a:r>
            <a:r>
              <a:rPr kumimoji="1" lang="en-US" altLang="ja-JP" sz="20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00</a:t>
            </a:r>
            <a:endParaRPr kumimoji="1" lang="ja-JP" altLang="en-US" sz="20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395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</Words>
  <Application>Microsoft Office PowerPoint</Application>
  <PresentationFormat>ユーザー設定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ＭＳ Ｐゴシック</vt:lpstr>
      <vt:lpstr>游ゴシック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owner</dc:creator>
  <cp:lastModifiedBy>グローバルキッズメソッド 108</cp:lastModifiedBy>
  <cp:revision>5</cp:revision>
  <dcterms:created xsi:type="dcterms:W3CDTF">2024-04-03T02:21:34Z</dcterms:created>
  <dcterms:modified xsi:type="dcterms:W3CDTF">2026-07-10T02:47:08Z</dcterms:modified>
</cp:coreProperties>
</file>